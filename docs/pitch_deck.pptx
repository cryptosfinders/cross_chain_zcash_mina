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# 6-slide Pitch Deck (content)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— Zcash ⇄ Mina Privacy Bridge (PoC)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— Cross-chain transfers leak privacy; bridges compound the problem.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— Edge execution + ZK proofs; use Mina recursion to verify deposits succinctly.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flow — Zcash deposit -&gt; watcher -&gt; toy proof -&gt; Mina verifies &amp; mints wrapped.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— timelocks, challenge windows, relayer staking; threat model summary.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 &amp; Ask — replace mocks with real SNARK/STARK, audits, mentor/resources.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